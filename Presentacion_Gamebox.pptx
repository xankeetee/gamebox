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463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0" i="1">
                <a:solidFill>
                  <a:srgbClr val="FFFFFF"/>
                </a:solidFill>
                <a:latin typeface="Arial Black"/>
              </a:defRPr>
            </a:pPr>
            <a:r>
              <a:t>GAMEBOX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Arial"/>
              </a:defRPr>
            </a:pPr>
            <a:r>
              <a:t>TU RED SOCIAL &amp; GESTOR DE VIDEOJUEGOS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8580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  <a:latin typeface="Arial"/>
              </a:defRPr>
            </a:pPr>
            <a:r>
              <a:t>Desarrollado por Miguel Ángel Gambero | 2º DAW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1">
                <a:solidFill>
                  <a:srgbClr val="D946EF"/>
                </a:solidFill>
                <a:latin typeface="Arial Black"/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0"/>
              </a:spcBef>
              <a:defRPr sz="3600" b="0">
                <a:solidFill>
                  <a:srgbClr val="FFFFFF"/>
                </a:solidFill>
                <a:latin typeface="Arial"/>
              </a:defRPr>
            </a:pPr>
            <a:r>
              <a:t>• Información gamer fragmentada (Steam, PS, Xbox, Nintendo).</a:t>
            </a:r>
          </a:p>
          <a:p>
            <a:pPr>
              <a:spcBef>
                <a:spcPts val="2000"/>
              </a:spcBef>
              <a:defRPr sz="3600" b="0">
                <a:solidFill>
                  <a:srgbClr val="FFFFFF"/>
                </a:solidFill>
                <a:latin typeface="Arial"/>
              </a:defRPr>
            </a:pPr>
            <a:r>
              <a:t>• No existe un lugar unificado y visual para gestionar el 'Backlog'.</a:t>
            </a:r>
          </a:p>
          <a:p>
            <a:pPr>
              <a:spcBef>
                <a:spcPts val="2000"/>
              </a:spcBef>
              <a:defRPr sz="3600" b="0">
                <a:solidFill>
                  <a:srgbClr val="FFFFFF"/>
                </a:solidFill>
                <a:latin typeface="Arial"/>
              </a:defRPr>
            </a:pPr>
            <a:r>
              <a:t>• Ausencia de un ecosistema verdaderamente social y moderno.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1">
                <a:solidFill>
                  <a:srgbClr val="06B6D4"/>
                </a:solidFill>
                <a:latin typeface="Arial Black"/>
              </a:defRPr>
            </a:pPr>
            <a:r>
              <a:t>LA SOLUCIÓN: EL HUB DEFINITIVO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0"/>
              </a:spcBef>
              <a:defRPr sz="3200" b="0">
                <a:solidFill>
                  <a:srgbClr val="9CA3AF"/>
                </a:solidFill>
                <a:latin typeface="Arial"/>
              </a:defRPr>
            </a:pPr>
            <a:r>
              <a:t>• Gestión total de la colección (Jugando, Terminado, Abandonado).</a:t>
            </a:r>
          </a:p>
          <a:p>
            <a:pPr>
              <a:spcBef>
                <a:spcPts val="2000"/>
              </a:spcBef>
              <a:defRPr sz="3200" b="0">
                <a:solidFill>
                  <a:srgbClr val="9CA3AF"/>
                </a:solidFill>
                <a:latin typeface="Arial"/>
              </a:defRPr>
            </a:pPr>
            <a:r>
              <a:t>• Integración y sincronización en tiempo real con la API de IGDB.</a:t>
            </a:r>
          </a:p>
          <a:p>
            <a:pPr>
              <a:spcBef>
                <a:spcPts val="2000"/>
              </a:spcBef>
              <a:defRPr sz="3200" b="0">
                <a:solidFill>
                  <a:srgbClr val="9CA3AF"/>
                </a:solidFill>
                <a:latin typeface="Arial"/>
              </a:defRPr>
            </a:pPr>
            <a:r>
              <a:t>• Muro de actividad (Feed) para compartir reseñas y capturas.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1">
                <a:solidFill>
                  <a:srgbClr val="FFFFFF"/>
                </a:solidFill>
                <a:latin typeface="Arial Black"/>
              </a:defRPr>
            </a:pPr>
            <a:r>
              <a:t>ARQUITECTURA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3657600" cy="3657600"/>
          </a:xfrm>
          <a:prstGeom prst="roundRect">
            <a:avLst/>
          </a:prstGeom>
          <a:solidFill>
            <a:srgbClr val="161B22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API IGDB</a:t>
            </a:r>
            <a:br/>
            <a:br/>
            <a:r>
              <a:t>Consultas asíncronas en tiempo real. Catálogo infinito sin saturar la BD.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3200400"/>
            <a:ext cx="3657600" cy="3657600"/>
          </a:xfrm>
          <a:prstGeom prst="roundRect">
            <a:avLst/>
          </a:prstGeom>
          <a:solidFill>
            <a:srgbClr val="161B22"/>
          </a:solidFill>
          <a:ln w="381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CACHÉ AVANZADA</a:t>
            </a:r>
            <a:br/>
            <a:br/>
            <a:r>
              <a:t>Almacenamiento temporal para tiempos de carga ultrarrápidos.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0"/>
            <a:ext cx="3657600" cy="3657600"/>
          </a:xfrm>
          <a:prstGeom prst="roundRect">
            <a:avLst/>
          </a:prstGeom>
          <a:solidFill>
            <a:srgbClr val="161B2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DJANGO ORM</a:t>
            </a:r>
            <a:br/>
            <a:br/>
            <a:r>
              <a:t>Base de datos robusta (PostgreSQL) para lógica social.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1">
                <a:solidFill>
                  <a:srgbClr val="D946EF"/>
                </a:solidFill>
                <a:latin typeface="Arial Black"/>
              </a:defRPr>
            </a:pPr>
            <a: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• Backend: Python 3 y Django Framework</a:t>
            </a:r>
          </a:p>
          <a:p>
            <a:pPr>
              <a:spcBef>
                <a:spcPts val="2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• Base de Datos: PostgreSQL (Alojado en Neon.tech)</a:t>
            </a:r>
          </a:p>
          <a:p>
            <a:pPr>
              <a:spcBef>
                <a:spcPts val="2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• Frontend: HTML5, Tailwind CSS y JavaScript Puro</a:t>
            </a:r>
          </a:p>
          <a:p>
            <a:pPr>
              <a:spcBef>
                <a:spcPts val="2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• Multimedia: Cloudinary (SaaS de almacenamiento)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1">
                <a:solidFill>
                  <a:srgbClr val="06B6D4"/>
                </a:solidFill>
                <a:latin typeface="Arial Black"/>
              </a:defRPr>
            </a:pPr>
            <a:r>
              <a:t>INTERFAZ Y UX PREMIUM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840480" cy="4114800"/>
          </a:xfrm>
          <a:prstGeom prst="rect">
            <a:avLst/>
          </a:prstGeom>
          <a:solidFill>
            <a:srgbClr val="161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9CA3AF"/>
                </a:solidFill>
              </a:defRPr>
            </a:pPr>
            <a:r>
              <a:t>[Añade aquí captura del FEED]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2286000"/>
            <a:ext cx="3840480" cy="5029200"/>
          </a:xfrm>
          <a:prstGeom prst="rect">
            <a:avLst/>
          </a:prstGeom>
          <a:solidFill>
            <a:srgbClr val="161B22"/>
          </a:solidFill>
          <a:ln w="381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D946EF"/>
                </a:solidFill>
              </a:defRPr>
            </a:pPr>
            <a:r>
              <a:t>[Añade aquí captura del PERFIL]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743200"/>
            <a:ext cx="3840480" cy="4114800"/>
          </a:xfrm>
          <a:prstGeom prst="rect">
            <a:avLst/>
          </a:prstGeom>
          <a:solidFill>
            <a:srgbClr val="161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9CA3AF"/>
                </a:solidFill>
              </a:defRPr>
            </a:pPr>
            <a:r>
              <a:t>[Añade aquí captura de LA COLECCIÓN]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463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i="1">
                <a:solidFill>
                  <a:srgbClr val="FFFFFF"/>
                </a:solidFill>
                <a:latin typeface="Arial Black"/>
              </a:defRPr>
            </a:pPr>
            <a:r>
              <a:t>EL PROYECTO ESTÁ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6B6D4"/>
                </a:solidFill>
                <a:latin typeface="Arial"/>
              </a:defRPr>
            </a:pPr>
            <a:r>
              <a:t>Desplegado en producción con 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